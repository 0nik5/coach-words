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CoachWords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разбор: как работает код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разбор архитектуры, потока данных и каждого ключевого файла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types.ts до IndexedDB транзакций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8229600" cy="22402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97480"/>
            <a:ext cx="822960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75234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275234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75234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8046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getSessionCards } from './lib/session'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48640" y="3140964"/>
            <a:ext cx="8046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calculateSM2, getTodayISO } from './lib/sm2'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48640" y="3355848"/>
            <a:ext cx="8046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saveProgress, getAllProgress } from './lib/db'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48640" y="3570732"/>
            <a:ext cx="8046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wordsData from './data/words.json'   // 2295 слов — bundled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8640" y="3785616"/>
            <a:ext cx="8046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48640" y="4000500"/>
            <a:ext cx="8046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Всё это взаимодействует внутри браузера. Никакого сервера.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48640" y="4215384"/>
            <a:ext cx="8046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words.json → session.ts → sm2.ts ↔ db.ts  ←→  IndexedDB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5544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9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4709160"/>
            <a:ext cx="15544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39D4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4709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D4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85616" y="4709160"/>
            <a:ext cx="15544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4709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/ idb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9824" y="4709160"/>
            <a:ext cx="15544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4709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SM-2 Algorithm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14032" y="4709160"/>
            <a:ext cx="155448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4709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PWA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types.ts — Фундамент: как устроены данные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D2A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интерфейса определяют всё. Это единственный источник правды о том, что хранится и передаётся.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834640" cy="25603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83464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4358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24358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4358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Word {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57200" y="1632204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string        // 'b1_123'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word: string      // 'achieve'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" y="2061972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translation: string // 'достигать'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transcription: string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2491740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partOfSpeech: string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2706624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level: 'A2'|'B1'|'B2'|'C1'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2921508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example1: string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3136392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example1_ru: string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351276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example2: string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337560" y="1188720"/>
            <a:ext cx="2834640" cy="25603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1188720"/>
            <a:ext cx="283464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47288" y="124358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84448" y="124358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1608" y="124358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1417320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CardProgress {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3429000" y="1632204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wordId: string      // → Word.id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429000" y="1847088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429000" y="2061972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'new'|'learning'|'skipped'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429000" y="2276856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easeFactor: number  // 1.3–∞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429000" y="2491740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interval: number    // дней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3429000" y="2706624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repetitions: number // счётчик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429000" y="2921508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nextReview: string  // 'YYYY-MM-DD'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429000" y="3136392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3429000" y="3351276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309360" y="1188720"/>
            <a:ext cx="2468880" cy="25603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1188720"/>
            <a:ext cx="246888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19088" y="124358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56248" y="124358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93408" y="124358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1417320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AppSettings {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400800" y="1632204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currentLevel: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6400800" y="1847088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'A2'|'B1'|'B2'|'C1'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400800" y="2061972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streak: number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6400800" y="2276856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lastStudyDate: string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400800" y="2491740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theme?: ThemeName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6400800" y="2706624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400800" y="2921508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6400800" y="3136392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6400800" y="3351276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Только 1 объект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6400800" y="3566160"/>
            <a:ext cx="2286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= 'main'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365760" y="3886200"/>
            <a:ext cx="8412480" cy="10972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 между типами: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434340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459028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4828032"/>
            <a:ext cx="109728" cy="109728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5065776"/>
            <a:ext cx="109728" cy="109728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42793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CardProgress.wordId = Word.id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живёт в words.json → грузится в RAM при старте, никогда не меняется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CardProgress живёт в IndexedDB → сохраняется между сессиями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AppSettings живёт в IndexedDB → 1 запись с ключом 'main'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db.ts — IndexedDB изнутри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idb — тонкая обёртка над IndexedDB. Два хранилища (object stores) внутри одной базы 'coachwords'.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206240" cy="23317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420624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61872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261872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61872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3560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getDB() {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57200" y="165049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openDB('coachwords', 1, {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186537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upgrade(db) {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" y="208026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Вызывается ТОЛЬКО при первом запуске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229514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или при увеличении версии (DB_VERSION)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251002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db.createObjectStore('progress',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272491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keyPath: 'wordId' })  // PK = wordId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293979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db.createObjectStore('settings',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keyPath: 'id' })      // PK = 'main'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36956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379933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754880" y="1207008"/>
            <a:ext cx="4023360" cy="23317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207008"/>
            <a:ext cx="402336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1261872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1768" y="1261872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38928" y="1261872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35608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saveAllProgress(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846320" y="1650492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cards: CardProgress[]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846320" y="1865376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846320" y="2080260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db = await getDB()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46320" y="2295144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tx = db.transaction(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846320" y="2510028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'progress', 'readwrite')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846320" y="2724912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Все записи в одной транзакции!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846320" y="2939796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Promise.all(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46320" y="3154680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cards.map(c =&gt; tx.store.put(c))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846320" y="3369564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846320" y="3584448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tx.done  // коммит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846320" y="3799332"/>
            <a:ext cx="38404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365760" y="3657600"/>
            <a:ext cx="8412480" cy="13716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IndexedDB 'coachwords' (v1)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4041648"/>
            <a:ext cx="3931920" cy="822960"/>
          </a:xfrm>
          <a:prstGeom prst="rect">
            <a:avLst/>
          </a:prstGeom>
          <a:solidFill>
            <a:srgbClr val="010409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4096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store: 'progress'   keyPath: 'wordId'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580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wordId, status, easeFactor, interval, repetitions, nextReview }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4041648"/>
            <a:ext cx="3840480" cy="822960"/>
          </a:xfrm>
          <a:prstGeom prst="rect">
            <a:avLst/>
          </a:prstGeom>
          <a:solidFill>
            <a:srgbClr val="010409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0965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store: 'settings'   keyPath: 'id'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4343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id:'main', currentLevel, streak, lastStudyDate, theme? }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48188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put() = upsert (insert or replace by PK). get() = get by PK. getAll() = все записи.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sm2.ts — Алгоритм SM-2 пошагово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calculateSM2(card, correct) — единственная функция с реальной математикой. Разберём каждую строку.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00" cy="34290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0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4358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24358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4358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calculateSM2(card, correct) {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57200" y="163220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grade = correct ? 4 : 1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grade=4 → хорошо. grade=1 → плохо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" y="206197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(grade &lt; 3) {           // НЕПРАВИЛЬНО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249174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repetitions = 0          // сброс счётчика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270662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 = 1             // завтра снова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292150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                   // ПРАВИЛЬНО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313639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(rep === 0) interval = 1    // 1й раз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35127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(rep === 1) interval = 6    // 2й раз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(rep &gt;= 2)                  // 3й+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378104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 = round(interval * easeFactor)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" y="399592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repetitions++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421081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57200" y="442569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464058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Пересчёт easeFactor для ОБОИХ случаев: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57200" y="485546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easeFactor += 0.1-(5-grade)*(0.08+(5-grade)*0.02)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507034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easeFactor = max(1.3, easeFactor)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57200" y="528523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550011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...card, easeFactor, interval,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57200" y="571500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repetitions, nextReview: today+interval }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592988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937760" y="1517904"/>
            <a:ext cx="18288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4447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grade — только 4 или 1. Нет градаций.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1947672"/>
            <a:ext cx="182880" cy="0"/>
          </a:xfrm>
          <a:prstGeom prst="line">
            <a:avLst/>
          </a:prstGeom>
          <a:noFill/>
          <a:ln w="12700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18745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Неправильно → сброс в 0, interval=1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2377440"/>
            <a:ext cx="182880" cy="0"/>
          </a:xfrm>
          <a:prstGeom prst="line">
            <a:avLst/>
          </a:prstGeom>
          <a:noFill/>
          <a:ln w="12700">
            <a:solidFill>
              <a:srgbClr val="3FB9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3042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Правильно → 1й ответ даёт 1 день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587752"/>
            <a:ext cx="182880" cy="0"/>
          </a:xfrm>
          <a:prstGeom prst="line">
            <a:avLst/>
          </a:prstGeom>
          <a:noFill/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251460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2й правильный → 6 дней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2798064"/>
            <a:ext cx="182880" cy="0"/>
          </a:xfrm>
          <a:prstGeom prst="line">
            <a:avLst/>
          </a:prstGeom>
          <a:noFill/>
          <a:ln w="12700">
            <a:solidFill>
              <a:srgbClr val="E3B3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72491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3й+ → interval × easeFactor (≈×2.5)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3383280"/>
            <a:ext cx="182880" cy="0"/>
          </a:xfrm>
          <a:prstGeom prst="line">
            <a:avLst/>
          </a:prstGeom>
          <a:noFill/>
          <a:ln w="12700">
            <a:solidFill>
              <a:srgbClr val="D2A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331012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Для grade=4: ef += 0.1-(1)*(0.08+0.02) = 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3593592"/>
            <a:ext cx="182880" cy="0"/>
          </a:xfrm>
          <a:prstGeom prst="line">
            <a:avLst/>
          </a:prstGeom>
          <a:noFill/>
          <a:ln w="12700">
            <a:solidFill>
              <a:srgbClr val="F851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35204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Для grade=1: ef += 0.1-(4)*(0.08+4*0.02) = −0.70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3822192"/>
            <a:ext cx="18288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37490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Минимум ef=1.3 — слово всегда растёт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37760" y="4133088"/>
            <a:ext cx="3840480" cy="8229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4160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Динамика easeFactor (старт 2.5):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74920" y="4407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Только правильно:  2.5 → 2.5 → 2.5 (не меняется при grade=4 точно)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74920" y="4663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Ошибка за ошибкой: 2.5 → 1.8 → 1.3 (упор в минимум)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sm2.ts — Прогрессия интервалов (числа)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Конкретные числа для easeFactor=2.5 (стандарт). Формула: interval = round(interval × ef)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77240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74320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35608"/>
            <a:ext cx="228600" cy="2286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4356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дн.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3716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правильный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rep=0 → interval=1 (хардкод)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67128"/>
            <a:ext cx="777240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167128"/>
            <a:ext cx="490888" cy="3474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85416"/>
            <a:ext cx="228600" cy="2286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1854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дн.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68128" y="2121408"/>
            <a:ext cx="691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правильный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rep=1 → interval=6 (хардкод)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916936"/>
            <a:ext cx="777240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916936"/>
            <a:ext cx="1227221" cy="34747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35224"/>
            <a:ext cx="228600" cy="2286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2935224"/>
            <a:ext cx="11357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дн.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04461" y="2871216"/>
            <a:ext cx="6179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Третий: 6 × 2.5 =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rep≥2 → interval×ef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666744"/>
            <a:ext cx="777240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666744"/>
            <a:ext cx="3108960" cy="34747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85032"/>
            <a:ext cx="228600" cy="2286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11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23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6850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дн.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86200" y="36210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Четвёртый: 15 × 2.5 = 38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416552"/>
            <a:ext cx="777240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416552"/>
            <a:ext cx="7772400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434840"/>
            <a:ext cx="228600" cy="2286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611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61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434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дн.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4370832"/>
            <a:ext cx="-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Пятый: 38 × 2.5 = 95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solidFill>
            <a:srgbClr val="1C0E0E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81888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Неправильный ответ на любом шаге → repetitions=0, interval=1. Весь прогресс по интервалу теряется, easeFactor снижается.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session.ts — Алгоритм сборки сессии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39D4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getSessionCards(words, progress) — строит сессию каждый раз с нуля. Никакого кэша.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00" cy="35661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57200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4358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24358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4358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getSessionCards(words, progress) {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57200" y="163220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Шаг 1: Map для O(1) поиска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progressMap = new Map(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" y="206197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progress.map(p =&gt; [p.wordId, p]))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249174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Шаг 2: новые слова по уровням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270662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availableNew = { A2:[], B1:[], B2:[], C1:[] }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292150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(word of words) {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313639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 = progressMap.get(word.id)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35127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 || p.status==='new')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availableNew[word.level].push(word)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378104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" y="399592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421081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Шаг 3: перераспределение квот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57200" y="442569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quota = { A2:3, B1:3, B2:3, C1:1 }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464058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(level of ['A2','B1','B2']) {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57200" y="485546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shortfall = quota[l] - available[l].length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507034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(shortfall &gt; 0) quota['C1'] += shortfall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57200" y="528523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550011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57200" y="571500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Шаг 4: due cards — nextReview &lt;= today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592988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dueCards = words.filter(w =&gt; {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57200" y="614476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 = progressMap.get(w.id)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635965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p?.status==='learning'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657453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&amp;&amp; p.nextReview &lt;= today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678942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57200" y="700430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074920" y="1188720"/>
            <a:ext cx="37033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74920" y="1188720"/>
            <a:ext cx="37033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1298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progressMap = Map&lt;wordId, CardProgress&gt;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12080" y="1581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lookup вместо O(n) перебора массива для каждого слова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74920" y="2075688"/>
            <a:ext cx="37033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2075688"/>
            <a:ext cx="370332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185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 || p.status==='new'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12080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считается новым если записи нет вообще (первый запуск) или статус явно 'new'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74920" y="2962656"/>
            <a:ext cx="37033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74920" y="2962656"/>
            <a:ext cx="370332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072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Перераспределение квот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12080" y="33558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A2 осталось 1 слово (quota=3), излишек 2 уходит в C1. C1 становится 3.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74920" y="3849624"/>
            <a:ext cx="37033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74920" y="3849624"/>
            <a:ext cx="3703320" cy="54864"/>
          </a:xfrm>
          <a:prstGeom prst="rect">
            <a:avLst/>
          </a:prstGeom>
          <a:solidFill>
            <a:srgbClr val="39D4C5"/>
          </a:solidFill>
          <a:ln w="12700">
            <a:solidFill>
              <a:srgbClr val="39D4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D4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nextReview &lt;= today (строковое!)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212080" y="42428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т.к. ISO формат YYYY-MM-DD лексикографически сортируется корректно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HomeScreen.tsx — Инициализация и запуск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разных момента: монтирование компонента (load) и нажатие кнопки (handleStart).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17830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20624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4358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24358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4358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При монтировании (render):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57200" y="163220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function load() {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" y="206197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[s, p] = await Promise.all([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getSettings(),     // из IndexedDB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249174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getAllProgress(),  // из IndexedDB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270662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292150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Только для счётчиков на UI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313639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newWords, dueCards }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35127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getSessionCards(allWords, p)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378104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  // [] = один раз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4206240" cy="19202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63240"/>
            <a:ext cx="420624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11810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" y="311810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11810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9184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При нажатии кнопки: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57200" y="350672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handleStart() {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72160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all = await getAllProgress()  // свежие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57200" y="393649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newWords, dueCards, reserve }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415137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getSessionCards(allWords, all)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57200" y="436626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458114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Streak logic: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479602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(lastStudy === yesterday) streak++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501091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(lastStudy !== today) streak = 1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57200" y="522579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(если lastStudy === today — не меняем)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544068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saveSettings({ ...s, streak, lastStudyDate: today })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57200" y="565556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onStartSession(newWords, dueCards, reserve)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587044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709160" y="15544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Promise.all — обе запрос в IndexedDB параллельно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09160" y="1965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getSessionCards вызывается ДВАЖДЫ: на load (для UI) и на handleStart (для сессии). Второй раз берёт свежие данные.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09160" y="27614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→ Дата вчера вычисляется через Date объект, не строкой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09160" y="32461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onStartSession — callback в App.tsx, передаёт данные наверх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09160" y="37033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streak обновляется именно здесь, а не в конце сессии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09160" y="41330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allWords (words.json) загружены в RAM при старте приложения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LearningScreen.tsx — State machine карточек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Локальное состояние: localWords[] + index. Три кнопки — три разных исхода.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36118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4358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24358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4358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State: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57200" y="1632204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[localWords, setLocalWords]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useState&lt;Word[]&gt;(words)  // копия prop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" y="2061972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[index, setIndex] = useState(0)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word = localWords[index]  // текущая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2491740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2706624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↩ Ещё раз — переместить в конец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2921508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handleAgain() {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3136392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setLocalWords([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351276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...words.slice(0, index),    // до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...words.slice(index + 1),   // после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3781044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                         // в конец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" y="3995928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4210812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index НЕ меняется → показывает следующую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57200" y="4425696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4640580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Запомнил → сохранить в IndexedDB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57200" y="4855464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handleRemember() {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5070348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saveProgress({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57200" y="5285232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wordId: word.id, status: 'learning',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5500116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easeFactor: 2.5, interval: 1,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57200" y="5715000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repetitions: 0,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5929884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nextReview: addDays(today, 1), // завтра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57200" y="6144768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6359652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advance(localWords)  // index++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6574536"/>
            <a:ext cx="39776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4663440" y="1188720"/>
            <a:ext cx="4114800" cy="23774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188720"/>
            <a:ext cx="411480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124358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0328" y="124358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47488" y="124358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1417320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⚡ Знаю → скип + замена из резерва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754880" y="1632204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handleSkip() {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4754880" y="1847088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saveProgress({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4754880" y="2061972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wordId: word.id,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754880" y="2276856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'skipped', // навсегда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754880" y="2491740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interval: 0, repetitions: 0,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754880" y="2706624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nextReview: today, // не важно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754880" y="2921508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754880" y="3136392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Взять замену из резерва: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754880" y="3351276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replacement =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4754880" y="3566160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onGetReplacement(word.level)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4754880" y="3781044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↑ callback в App.tsx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4754880" y="3995928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updated = replacement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4754880" y="4210812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[...localWords, replacement]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754880" y="4425696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localWords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754880" y="4640580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setLocalWords(updated)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4754880" y="4855464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advance(updated)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754880" y="5070348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4663440" y="3685032"/>
            <a:ext cx="4114800" cy="111556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3685032"/>
            <a:ext cx="411480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73168" y="3739896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10328" y="3739896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47488" y="3739896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913632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advance(words) {</a:t>
            </a:r>
            <a:endParaRPr lang="en-US" sz="980" dirty="0"/>
          </a:p>
        </p:txBody>
      </p:sp>
      <p:sp>
        <p:nvSpPr>
          <p:cNvPr id="64" name="Text 62"/>
          <p:cNvSpPr/>
          <p:nvPr/>
        </p:nvSpPr>
        <p:spPr>
          <a:xfrm>
            <a:off x="4754880" y="4128516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(index + 1 &lt; words.length)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754880" y="4343400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setIndex(index + 1)  // следующая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4754880" y="4558284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onComplete()      // всё просмотрено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754880" y="4773168"/>
            <a:ext cx="3931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QuizScreen.tsx — Квиз: correctRef и SM-2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нюанс: correctRef вместо useState — это осознанное архитектурное решение.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00" cy="23774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457200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25296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225296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25296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9903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Почему useRef, а не useState?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57200" y="161391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correctRef = useRef(0)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" y="204368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handleSelect(option) {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225856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(selected !== null) return // guard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247345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setSelected(option.text)  // lock UI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268833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290322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(option.correct) correctRef.current++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311810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^ синхронно, без ре-рендера!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33298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SM-2: пересчитать и сохранить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376275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updated = calculateSM2(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current.card, option.correct)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419252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saveProgress(updated)  // → IndexedDB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57200" y="440740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572000" cy="13258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57600"/>
            <a:ext cx="457200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71246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371246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71246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8620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handleNext() {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410108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(index + 1 &lt; dueCards.length) setIndex(i + 1)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57200" y="4315968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onComplete({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4530852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correct: correctRef.current, // актуальное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4745736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total: dueCards.length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960620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57200" y="5175504"/>
            <a:ext cx="43891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074920" y="1170432"/>
            <a:ext cx="37033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74920" y="1170432"/>
            <a:ext cx="370332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useRef, а не useState?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12080" y="162763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бы onComplete() вызывался сразу после setState(correct+1) — React мог прочитать старое значение из-за батчинга обновлений.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useRef.current читается синхронно — всегда актуальное число без ожидания ре-рендера.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74920" y="3108960"/>
            <a:ext cx="370332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3108960"/>
            <a:ext cx="37033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buildQuizOptions() — как генерятся варианты: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3547872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direction: случайно EN→RU или RU→EN
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correctText: правильный ответ
</a:t>
            </a:r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pool: 3 случайных слова из allWords (не текущего)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shuffle: правильный + 3 перемешиваются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allWords = 2295 слов из words.json (RAM)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App.tsx — Состояние и навигация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D2A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App.tsx владеет глобальным состоянием сессии. Экраны — stateless, получают данные через props.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22860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20624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4358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243584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43584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Глобальное состояние сессии: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57200" y="163220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[screen, setScreen] = useState('home')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[sessionNew, setSessionNew]    // Word[]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" y="206197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[sessionDue, setSessionDue]    // Card[]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[sessionResult, setResult]     // {correct,total}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249174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[reservePool, setReservePool]  // Word[]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270662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292150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getReplacement — ищет в reservePool: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313639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getReplacement(level) {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35127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idx = pool.findIndex(w =&gt; w.level === level)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(idx === -1) idx = pool.length &gt; 0 ? 0 : -1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378104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(idx === -1) return null  // пусто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" y="399592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setReservePool(prev =&gt; prev.filter((_,i) =&gt; i !== idx))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421081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pool[idx]  // слово удалено из пула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57200" y="442569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663440" y="1188720"/>
            <a:ext cx="4114800" cy="3840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 состояния: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627632"/>
            <a:ext cx="3931920" cy="74980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HomeScreen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9019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onStartSession(new,due,reserve)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2121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setSessionNew/Due/Pool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→ 'learning'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496312"/>
            <a:ext cx="3931920" cy="74980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532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LearningScreen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onGetReplacement(level)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990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getReplacement()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удаляет из reservePool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364992"/>
            <a:ext cx="3931920" cy="74980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LearningScreen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639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onComplete()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screen → 'quiz' или 'home'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4233672"/>
            <a:ext cx="3931920" cy="74980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270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QuizScreen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onComplete({correct,total})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727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setSessionResult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→ 'results'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593592"/>
            <a:ext cx="4206240" cy="143560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593592"/>
            <a:ext cx="4206240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" y="3648456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" y="3648456"/>
            <a:ext cx="82296" cy="8229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" y="3648456"/>
            <a:ext cx="82296" cy="822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82219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Routing через простые условия: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57200" y="403707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{screen === 'home'     &amp;&amp; &lt;HomeScreen ... /&gt;}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457200" y="425196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{screen === 'learning' &amp;&amp; &lt;LearningScreen ... /&gt;}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457200" y="4466844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{screen === 'quiz'     &amp;&amp; &lt;QuizScreen ... /&gt;}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457200" y="4681728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{screen === 'results'  &amp;&amp; &lt;ResultsScreen ... /&gt;}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457200" y="4896612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{screen === 'wordlist' &amp;&amp; &lt;WordListScreen /&gt;}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57200" y="5111496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{screen === 'settings' &amp;&amp; &lt;SettingsScreen /&gt;}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57200" y="5326380"/>
            <a:ext cx="4023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Нет router библиотеки — просто useState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Полный поток данных: от кнопки до IndexedDB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39D4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происходит когда пользователь нажимает '✓ Запомнил' или выбирает ответ в квизе.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9776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39776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Запомнил (LearningScreen)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219456" cy="21945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19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handleRemember()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" y="1947672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12848"/>
            <a:ext cx="219456" cy="21945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12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21854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saveProgress({ wordId, status:'learning', easeFactor:2.5, interval:1, repetitions:0, nextReview:завтра })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" y="2441448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06624"/>
            <a:ext cx="219456" cy="21945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06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" y="26791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db.ts: getDB() → openDB('coachwords',1)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" y="2935224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200400"/>
            <a:ext cx="219456" cy="21945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00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3172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db.put('progress', card)  // upsert by wordId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" y="3429000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694176"/>
            <a:ext cx="219456" cy="21945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94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" y="36667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4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IndexedDB: запись обновлена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" y="3922776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187952"/>
            <a:ext cx="219456" cy="21945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87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" y="4160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advance() → index++  или  onComplete()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1207008"/>
            <a:ext cx="39776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1207008"/>
            <a:ext cx="397764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в квизе (QuizScreen)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37760" y="1719072"/>
            <a:ext cx="219456" cy="21945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719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39512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handleSelect(option)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38344" y="1947672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2212848"/>
            <a:ext cx="219456" cy="21945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212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9512" y="21854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(option.correct) correctRef.current++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38344" y="2441448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2706624"/>
            <a:ext cx="219456" cy="21945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2706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39512" y="26791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calculateSM2(card, correct) → new CardProgress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38344" y="2935224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37760" y="3200400"/>
            <a:ext cx="219456" cy="21945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200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39512" y="3172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SM-2: новый interval, easeFactor, repetitions, nextReview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38344" y="3429000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0" y="3694176"/>
            <a:ext cx="219456" cy="21945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694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39512" y="36667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saveProgress(updated)  // → IndexedDB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38344" y="3922776"/>
            <a:ext cx="0" cy="237744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37760" y="4187952"/>
            <a:ext cx="219456" cy="21945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4187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39512" y="4160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handleNext() → index++ или onComplete({correct,total})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4910328"/>
            <a:ext cx="8412480" cy="164592"/>
          </a:xfrm>
          <a:prstGeom prst="rect">
            <a:avLst/>
          </a:prstGeom>
          <a:solidFill>
            <a:srgbClr val="1A1A2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919472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обоих случаях: результат записывается сразу (per-card), не в конце сессии. Потеря данных при закрытии — минимальна.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архитектурные решения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код написан именно так — осознанные trade-offs.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07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words.json bundled в сборку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backend → нет latency. Весь словарь (2295 слов, ~400KB) загружается один раз с JS бандлом. После этого живёт в RAM.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Трейдоф: увеличение размера бандла. Решение: Vite tree-shaking.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416052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96312"/>
            <a:ext cx="416052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151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Нет React Router — только useState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91693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экранов, нет deep links, нет back-button. Простой switch по строке быстрее и понятнее чем подключать роутер.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3649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Трейдоф: нельзя открыть конкретный экран по URL.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803904"/>
            <a:ext cx="416052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803904"/>
            <a:ext cx="416052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227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correctRef вместо useState в QuizScreen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onComplete() вызывается синхронно после последнего ответа. useState батчится — ref.current всегда актуален.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672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Трейдоф: менее привычный паттерн. Компенсируется комментарием в коде.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188720"/>
            <a:ext cx="416052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188720"/>
            <a:ext cx="41605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307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saveProgress per-card, не в конце сессии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60934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приложение закрыть на середине квиза — прогресс уже сохранён. Нет потери данных.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0574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Трейдоф: N записей в IndexedDB вместо 1. saveAllProgress для батч-операций.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496312"/>
            <a:ext cx="416052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496312"/>
            <a:ext cx="416052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151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progressMap = Map&lt;string, CardProgress&gt;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91693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getSessionCards вызывается с 2295 словами. Поиск за O(1) вместо O(n) filter для каждого слова.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3649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Трейдоф: дополнительная аллокация памяти. Оправдано при 2295 итерациях.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803904"/>
            <a:ext cx="416052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803904"/>
            <a:ext cx="4160520" cy="54864"/>
          </a:xfrm>
          <a:prstGeom prst="rect">
            <a:avLst/>
          </a:prstGeom>
          <a:solidFill>
            <a:srgbClr val="39D4C5"/>
          </a:solidFill>
          <a:ln w="12700">
            <a:solidFill>
              <a:srgbClr val="39D4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9227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4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nextReview сравнивается как строка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2245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8601 (YYYY-MM-DD) лексикографически совпадает с хронологическим порядком. p.nextReview &lt;= today работает корректно без Date парсинга.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672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Трейдоф: неочевидно. Документировано в CLAUDE.md.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CoachWords — Технический разбор</dc:title>
  <dc:subject>PptxGenJS Presentation</dc:subject>
  <dc:creator>PptxGenJS</dc:creator>
  <cp:lastModifiedBy>PptxGenJS</cp:lastModifiedBy>
  <cp:revision>1</cp:revision>
  <dcterms:created xsi:type="dcterms:W3CDTF">2026-04-29T11:29:15Z</dcterms:created>
  <dcterms:modified xsi:type="dcterms:W3CDTF">2026-04-29T11:29:15Z</dcterms:modified>
</cp:coreProperties>
</file>