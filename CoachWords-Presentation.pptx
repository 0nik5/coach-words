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CoachWords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устроен проект изнутри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Простое объяснение для тех, кто хочет разобраться —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без знания программирования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389120"/>
            <a:ext cx="15087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89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75688" y="4389120"/>
            <a:ext cx="15087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5688" y="4389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94176" y="4389120"/>
            <a:ext cx="15087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4389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IndexedDB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12664" y="4389120"/>
            <a:ext cx="15087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12664" y="4389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SM-2 Algorithm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31152" y="4389120"/>
            <a:ext cx="15087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4389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такое CoachWords?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265176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PWA-приложение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как обычное приложение на телефоне или компьютере. Не требует установки из App Store.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65176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71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Умное повторение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7889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алгоритм SM-2 — тот же, что в Anki. Показывает слова именно тогда, когда вы начинаете их забывать.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265176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371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🔒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7220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сервера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27889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данные хранятся прямо в браузере. Интернет нужен только при первом открытии.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проходит учёбный день?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19202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371600"/>
            <a:ext cx="548640" cy="5486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экран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проверяет: есть ли новые слова и слова на повторение?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27889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DE8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0" y="1280160"/>
            <a:ext cx="19202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71600"/>
            <a:ext cx="548640" cy="5486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Изучение новых слов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6974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Показывает до 10 новых слов с переводом и примерами. Читаете и нажимаете «Запомнил».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7889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DE8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9202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1371600"/>
            <a:ext cx="548640" cy="5486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Квиз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6974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Проверяет все слова, которые пора повторить. 4 варианта ответа на выбор.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27889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DE8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766560" y="1280160"/>
            <a:ext cx="19202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52360" y="1371600"/>
            <a:ext cx="548640" cy="5486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26974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Показывает сколько правильно / неправильно и обновляет расписание повторений.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Структура проекта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393192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src/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data/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5910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  words.json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7922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lib/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  sm2.ts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   db.ts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   session.ts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screens/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7980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🏠    HomeScreen.tsx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9992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📖    LearningScreen.tsx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❓    QuizScreen.tsx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4015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  ResultsScreen.tsx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6027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   WordListScreen.tsx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8039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  SettingsScreen.tsx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005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components/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206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App.tsx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407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🎨 index.css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80560" y="1097280"/>
            <a:ext cx="43891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80560" y="1097280"/>
            <a:ext cx="54864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1521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words.json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2295 английских слов с переводом, транскрипцией и примерами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1847088"/>
            <a:ext cx="43891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1847088"/>
            <a:ext cx="54864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1901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sm2.ts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17720" y="2167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памяти — вычисляет когда показать слово в следующий раз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2596896"/>
            <a:ext cx="43891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80560" y="2596896"/>
            <a:ext cx="54864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651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17720" y="29169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Сохраняет прогресс пользователя прямо в браузере (IndexedDB)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80560" y="3346704"/>
            <a:ext cx="43891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80560" y="3346704"/>
            <a:ext cx="54864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401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17720" y="3666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Собирает сессию: 10 новых слов + все слова на повторение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80560" y="4096512"/>
            <a:ext cx="43891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480560" y="4096512"/>
            <a:ext cx="54864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41513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App.tsx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17720" y="4416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 — как переключатель каналов между 6 экранами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📄 words.json — База слов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как словарь в книге, только в цифровом виде. Каждое слово — карточка с 8 полями: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57200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45720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слова в words.json: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"b1_123",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2128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"word": "achieve",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4140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"translation": "достигать",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6151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"transcription": "/əˈtʃiːv/",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8163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"partOfSpeech": "verb",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"level": "B1",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2186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"example1": "She achieved her goal.",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41985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"example1_ru": "Она достигла своей цели.",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62102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"example2": "Hard work achieves results.",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8221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"example2_ru": "Усердный труд даёт результаты."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0" y="1508760"/>
            <a:ext cx="329184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23560" y="15727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Всего слов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760" y="15727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2 295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2020824"/>
            <a:ext cx="329184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23560" y="20848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A2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20848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631 слово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0" y="2532888"/>
            <a:ext cx="329184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23560" y="2596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B1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3760" y="25968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648 слов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0" y="3044952"/>
            <a:ext cx="329184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23560" y="3108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B2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0" y="31089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623 слова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0" y="3557016"/>
            <a:ext cx="329184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23560" y="36210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C1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36210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393 слова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0" y="4069080"/>
            <a:ext cx="329184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23560" y="41330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Полей у каждого слова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41330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полей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sm2.ts — Алгоритм памяти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SM-2 — это как личный тренер для вашей памяти. Он точно знает, когда показать слово в следующий раз.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0"/>
          </a:xfrm>
          <a:prstGeom prst="line">
            <a:avLst/>
          </a:prstGeom>
          <a:noFill/>
          <a:ln w="38100">
            <a:solidFill>
              <a:srgbClr val="2D3E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148840"/>
            <a:ext cx="274320" cy="2743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-13716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-1371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раз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2148840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день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Правильно → 1 день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 дней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раз → 6 дней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148840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 дней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→ 15 дней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148840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 дней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3212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выучено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52360" y="2148840"/>
            <a:ext cx="274320" cy="2743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+95 дней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Выучено!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411480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Ответили НЕПРАВИЛЬНО: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Интервал сбрасывается до 1 дня.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вернётся завтра — как будто видите его впервые.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520440"/>
            <a:ext cx="411480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Ответили ПРАВИЛЬНО: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Интервал увеличивается (примерно вдвое).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вернётся нескоро — память окрепла!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💾 db.ts — Хранение прогресса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IndexedDB — это как блокнот внутри вашего браузера. Никуда не отправляется, хранится только у вас.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74320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27432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Прогресс по словам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wordId — какое слово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status: new / learning / skipped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602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interval — через сколько дней показать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895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repetitions — сколько раз повторено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187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nextReview — дата следующего показа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easeFactor — насколько легко слово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1554480"/>
            <a:ext cx="274320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554480"/>
            <a:ext cx="27432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38328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Настройки пользователя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currentLevel — текущий уровень A2/B1...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29000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streak — серия дней без перерыва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3602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lastStudyDate — дата последней учёбы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274320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554480"/>
            <a:ext cx="27432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0936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Функции файла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умеет db.ts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getProgress() — загрузить прогресс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55080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saveProgress() — сохранить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3602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getSettings() — загрузить настройки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5080" y="3895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saveSettings() — сохранить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4187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importBackup() — восстановить из файла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55080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exportBackup() — создать резервную копию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session.ts — Сборка сессии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день этот файл решает: какие 10 новых слов показать и какие слова повторить.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41148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10 НОВЫХ СЛОВ В ДЕНЬ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74904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1284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2128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слова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базовая квота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761488"/>
            <a:ext cx="374904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712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8712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слова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2898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базовая квота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419856"/>
            <a:ext cx="374904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2958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5295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слова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06040" y="35570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базовая квота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078224"/>
            <a:ext cx="374904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879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1879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слово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06040" y="4215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остатки от других уровней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508760"/>
            <a:ext cx="3840480" cy="1600200"/>
          </a:xfrm>
          <a:prstGeom prst="rect">
            <a:avLst/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Резервный пул (Reserve Pool)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20574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слова, которые не вошли в сессию,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хранятся в резерве.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нажали «Знаю» — слово заменяется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слово из резерва того же уровня.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246120"/>
            <a:ext cx="3840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8348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 слов: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83480" y="3794760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3767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 —  Ещё не показывалось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4142232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4114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 —  Идёт повторение по SM-2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4489704"/>
            <a:ext cx="182880" cy="18288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4462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skipped  —  Нажал «Знаю» — больше не показывается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🖥️ 6 экранов приложения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42976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188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Главный экран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HomeScreen.tsx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Статистика, серия дней, кнопка старта сессии. Проверяет есть ли что учить сегодня.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42976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95728"/>
            <a:ext cx="64008" cy="1188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Изучение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LearningScreen.tsx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Показывает новые слова: само слово, транскрипцию, перевод, часть речи и 2 примера с переводом.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94176"/>
            <a:ext cx="42976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94176"/>
            <a:ext cx="64008" cy="1188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67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Квиз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1696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QuizScreen.tsx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40740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Повторение: случайно EN→RU или RU→EN. 4 варианта ответа. После ответа — правильный вариант.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1097280"/>
            <a:ext cx="42976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097280"/>
            <a:ext cx="64008" cy="1188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Результаты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1572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ResultsScreen.tsx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18105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правильных / неправильных ответов. Обновляет серию дней (streak).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395728"/>
            <a:ext cx="42976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2395728"/>
            <a:ext cx="64008" cy="1188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Список слов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28712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WordListScreen.tsx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3108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изученные слова с прогрессом. Можно посмотреть детали каждого слова.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694176"/>
            <a:ext cx="42976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3694176"/>
            <a:ext cx="64008" cy="1188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767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Настройки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0640" y="41696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SettingsScreen.tsx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440740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 и импорт резервной копии. Статистика по уровням. Текущий прогресс.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🗂️ App.tsx — Навигация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App.tsx — это «переключатель каналов». Он хранит одну переменную screen и показывает нужный экран.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28600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37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🏠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1554480"/>
            <a:ext cx="228600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1737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📖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10896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554480"/>
            <a:ext cx="228600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1737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❓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66928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77840" y="3108960"/>
            <a:ext cx="228600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669280" y="3931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17520" y="3108960"/>
            <a:ext cx="228600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1752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108960" y="3931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WordList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28600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88920" y="20848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DE80"/>
                </a:solidFill>
              </a:rPr>
              <a:t>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20848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DE80"/>
                </a:solidFill>
              </a:rPr>
              <a:t>➡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1E30"/>
          </a:solidFill>
          <a:ln w="12700">
            <a:solidFill>
              <a:srgbClr val="2D3E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000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TabBar.tsx — нижняя панель навигации (иконки снизу экрана)   |   ProgressBar.tsx — полоска прогресса сверху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Как приложение попадает к пользователям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25880"/>
            <a:ext cx="16002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16002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" y="1444752"/>
            <a:ext cx="548640" cy="5486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✍️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пишет код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35204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Изменяет файлы в редакторе кода (VS Code и т.д.)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01952" y="26060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11680" y="1325880"/>
            <a:ext cx="16002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325880"/>
            <a:ext cx="16002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7460" y="1444752"/>
            <a:ext cx="548640" cy="5486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746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⬆️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084832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GitHub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84832" y="35204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Отправляет изменения на GitHub (ветка main)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39312" y="26060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49040" y="1325880"/>
            <a:ext cx="16002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1325880"/>
            <a:ext cx="16002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74820" y="1444752"/>
            <a:ext cx="548640" cy="5486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482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4904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822192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22192" y="35204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Автоматически запускает сборку: npm run build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76672" y="26060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0" y="1325880"/>
            <a:ext cx="16002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1325880"/>
            <a:ext cx="16002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12180" y="1444752"/>
            <a:ext cx="548640" cy="5486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1218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559552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59552" y="35204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код превращается в быстрые HTML/JS файлы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14032" y="26060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223760" y="1325880"/>
            <a:ext cx="16002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23760" y="1325880"/>
            <a:ext cx="16002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49540" y="1444752"/>
            <a:ext cx="548640" cy="5486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4954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2376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7296912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296912" y="35204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 публикуются — сайт обновлён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371600" y="4663440"/>
            <a:ext cx="6400800" cy="347472"/>
          </a:xfrm>
          <a:prstGeom prst="rect">
            <a:avLst/>
          </a:prstGeom>
          <a:solidFill>
            <a:srgbClr val="0D2438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71600" y="4663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https://0nik5.github.io/coach-words/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Итог: как всё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работает вместе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4206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011680"/>
            <a:ext cx="64008" cy="685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words.json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слова для изучения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16352"/>
            <a:ext cx="4206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816352"/>
            <a:ext cx="64008" cy="685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sm2.ts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показать слово снова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21024"/>
            <a:ext cx="4206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21024"/>
            <a:ext cx="64008" cy="685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85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 db.ts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986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хранится ваш прогресс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011680"/>
            <a:ext cx="4206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011680"/>
            <a:ext cx="64008" cy="685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 session.ts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2377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слова показать сегодня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816352"/>
            <a:ext cx="4206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816352"/>
            <a:ext cx="64008" cy="685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🖥️  screens/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3182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экранов приложения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621024"/>
            <a:ext cx="4206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621024"/>
            <a:ext cx="64008" cy="685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685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App.tsx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3986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Переключение между экранами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CoachWords — Как устроен проект</dc:title>
  <dc:subject>PptxGenJS Presentation</dc:subject>
  <dc:creator>PptxGenJS</dc:creator>
  <cp:lastModifiedBy>PptxGenJS</cp:lastModifiedBy>
  <cp:revision>1</cp:revision>
  <dcterms:created xsi:type="dcterms:W3CDTF">2026-04-29T10:22:55Z</dcterms:created>
  <dcterms:modified xsi:type="dcterms:W3CDTF">2026-04-29T10:22:55Z</dcterms:modified>
</cp:coreProperties>
</file>